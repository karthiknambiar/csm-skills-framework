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ustom.xml" ContentType="application/vnd.openxmlformats-officedocument.custom-properties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e698316d6fe0403b" /><Relationship Type="http://schemas.openxmlformats.org/officeDocument/2006/relationships/custom-properties" Target="/docProps/custom.xml" Id="R5eb93dea1ccb4146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/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f6077ee2374ed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cbf67b434a40f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3c217f3257442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9d20a0fce64239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45da48ac046741c8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100000" name="CSAF Accent Rail"/>
          <p:cNvSpPr/>
          <p:nvPr/>
        </p:nvSpPr>
        <p:spPr>
          <a:xfrm xmlns:a="http://schemas.openxmlformats.org/drawingml/2006/main">
            <a:off x="0" y="0"/>
            <a:ext cx="79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</p:sldLayoutIdLst>
</p:sldMaster>
</file>

<file path=ppt/theme/theme1.xml><?xml version="1.0" encoding="utf-8"?>
<a:theme xmlns:a="http://schemas.openxmlformats.org/drawingml/2006/main" name="Office Theme">
  <a:themeElements>
    <a:clrScheme name="CSAF QBR">
      <a:dk1>
        <a:srgbClr val="243247"/>
      </a:dk1>
      <a:lt1>
        <a:srgbClr val="F7F9FC"/>
      </a:lt1>
      <a:dk2>
        <a:srgbClr val="44546A"/>
      </a:dk2>
      <a:lt2>
        <a:srgbClr val="E7E6E6"/>
      </a:lt2>
      <a:accent1>
        <a:srgbClr val="1F5A7A"/>
      </a:accent1>
      <a:accent2>
        <a:srgbClr val="38A3A5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1.0.143</vt:lpwstr>
  </op:property>
  <op:property fmtid="{D5CDD505-2E9C-101B-9397-08002B2CF9AE}" pid="3" name="OfficeCLI.LastModified">
    <vt:lpwstr xmlns:vt="http://schemas.openxmlformats.org/officeDocument/2006/docPropsVTypes">2026-08-20T09:31:18Z</vt:lpwstr>
  </op:property>
</op:Properties>
</file>